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F172A"/>
                </a:solidFill>
              </a:defRPr>
            </a:pPr>
            <a:r>
              <a:t>CheapPhone Lab</a:t>
            </a:r>
          </a:p>
          <a:p>
            <a:pPr>
              <a:spcBef>
                <a:spcPts val="800"/>
              </a:spcBef>
              <a:defRPr sz="2800" b="1">
                <a:solidFill>
                  <a:srgbClr val="0284C7"/>
                </a:solidFill>
              </a:defRPr>
            </a:pPr>
            <a:r>
              <a:t>Test Beyond the Flagship.</a:t>
            </a:r>
          </a:p>
          <a:p>
            <a:pPr>
              <a:spcBef>
                <a:spcPts val="2000"/>
              </a:spcBef>
              <a:defRPr sz="1500">
                <a:solidFill>
                  <a:srgbClr val="475569"/>
                </a:solidFill>
              </a:defRPr>
            </a:pPr>
            <a:r>
              <a:t>A developer testing &amp; diagnostics platform built to uncover, prioritize and reproduce application failures under realistic Indian mobile hardware and telecom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846320"/>
            <a:ext cx="7772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64592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HackFront India 2026 — Track T1.2: AI &amp; Developer Tools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Target Track: Neo4j Graph Database Track  |  Prototype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The Flagship Fallacy in Indian App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Hardware Reality Gap</a:t>
            </a:r>
          </a:p>
          <a:p>
            <a:pPr>
              <a:spcBef>
                <a:spcPts val="200"/>
              </a:spcBef>
              <a:defRPr sz="1100">
                <a:solidFill>
                  <a:srgbClr val="0284C7"/>
                </a:solidFill>
              </a:defRPr>
            </a:pPr>
            <a:r>
              <a:t>Flagship vs. Sub-₹8,000 Phones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Developers test on 8GB-12GB RAM phones over 300Mbps broadband Wi-Fi.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Over 400M Indian users use sub-₹8k phones with 1GB-2GB RAM (Android Go edition).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Aggressive Low Memory Killers (LMK) kill app activities abruptly during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Telecom &amp; Storage Bottlenecks</a:t>
            </a:r>
          </a:p>
          <a:p>
            <a:pPr>
              <a:spcBef>
                <a:spcPts val="200"/>
              </a:spcBef>
              <a:defRPr sz="1100">
                <a:solidFill>
                  <a:srgbClr val="0284C7"/>
                </a:solidFill>
              </a:defRPr>
            </a:pPr>
            <a:r>
              <a:t>2G/EDGE &amp; Constrained Flash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Commuter travel in tier-2/3 cities causes RTT latency spikes &gt; 1500ms and 30%+ packet loss.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Low remaining internal storage (&lt; 500MB) causes SQLite databases to crash with SQLITE_FULL.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Battery Saver governors throttle CPU clock down to 800MHz little cores, causing ANRs.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Silent User Abandonment</a:t>
            </a:r>
          </a:p>
          <a:p>
            <a:pPr>
              <a:spcBef>
                <a:spcPts val="200"/>
              </a:spcBef>
              <a:defRPr sz="1100">
                <a:solidFill>
                  <a:srgbClr val="0284C7"/>
                </a:solidFill>
              </a:defRPr>
            </a:pPr>
            <a:r>
              <a:t>Catastrophic Churn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Uncaught OOMs and frozen UIs cause users to uninstall apps immediately without sending bug reports.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Duplicate form &amp; order submissions occur because slow networks lag button debounce logic.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Engineering teams lack tools to model and reproduce these stress realities locally.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Solution: CheapPhone Lab Core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⚡  Dual-Mode Testing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Mode A: Deterministic zero-device simulation engine. Mode B: Real ADB emulator &amp; Logcat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📱  Indian Budget Profiles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Pre-configured hardware profiles modeling 1GB-2GB RAM margins, Android Go editions, and tight flash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🌐  Realistic Network Shaping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Presets for 2G/EDGE (128kbps), high latency (RTT &gt; 1500ms), elevator disconnects, and packet jitter.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⚠️  12 Failure Categories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Detects Out-of-Memory crashes, ANR looper stalls, socket timeouts, lost activity state, and double submissions.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📊  Transparent Impact Model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Quantifies affected users based on condition prevalence and target population with P0-P3 priority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🕸️  Neo4j Graph Explorer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Graph pattern matching across Application -&gt; Feature &lt;- Failure &lt;- TestRun -&gt; Condition -&gt; UserSegment.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Workflow: From Configuration to Hotfix Recipe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1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Configure Test Lab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Select budget profile, network preset (2G/3G), storage margin, memory pressure, and battery saver.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2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Execute Scenario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Run deterministic simulation rules (instant) or launch controlled ADB Logcat on connected emulator.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3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Discover Failures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App isolates OOM stacktraces, ANRs, socket timeouts, and state loss across affected app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4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Impact Triage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Calculate estimated user reach: Population × Condition Prevalence × Failure Probability.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5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Neo4j Graph Analysis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Traverse cross-run patterns to identify systemic hardware constraints causing correlated crashes.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STEP 6</a:t>
            </a:r>
          </a:p>
          <a:p>
            <a:pPr>
              <a:spcBef>
                <a:spcPts val="300"/>
              </a:spcBef>
              <a:defRPr sz="1500" b="1">
                <a:solidFill>
                  <a:srgbClr val="0F172A"/>
                </a:solidFill>
              </a:defRPr>
            </a:pPr>
            <a:r>
              <a:t>Export Reproduction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Download actionable step-by-step reproduction recipes in Markdown and JSON for engineering sprint hotfixes.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Prototype Walkthrough: Central Dashboard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5850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Executive Diagnostics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Live Run Metrics: Instant visibility into total test runs, pass/fail ratio, and critical P0/P1 blockers.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Interactive Chart.js Visualizations: Failure distribution by category and severity triage breakdown.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Priority Triage Queue: Direct highlights of top blocking failures and most vulnerable application modules.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Recent Execution Activity: Real-time telemetry log tracking simulated and real ADB test outcomes.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Prototype Walkthrough: Test Lab Configuration</a:t>
            </a:r>
          </a:p>
        </p:txBody>
      </p:sp>
      <p:pic>
        <p:nvPicPr>
          <p:cNvPr id="4" name="Picture 3" descr="test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5850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Stress Simulation Engine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Mode A (Zero-Device Simulation): Immediate deterministic stress modeling for rapid hackathon evaluations.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Mode B (Real ADB / Emulator): Auto-detects connected emulators and retrieves actual device properties via getprop.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Configurable Stress Factors: Adjust network latency (2G/EDGE), available storage (&lt;500MB), RAM pressure, and battery saver.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Activity Interruption: Models background phone calls and Android Go OS task evictions.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Prototype Walkthrough: Transparent Impact Analysis</a:t>
            </a:r>
          </a:p>
        </p:txBody>
      </p:sp>
      <p:pic>
        <p:nvPicPr>
          <p:cNvPr id="4" name="Picture 3" descr="impac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5850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Data-Driven Triage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Transparent Mathematical Model:</a:t>
            </a:r>
            <a:br/>
            <a:r>
              <a:t>Affected = Target Pop × Condition Prevalence × Failure Probability.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Configurable Demographics: Customize MAU size, budget hardware percentage, and intermittent network coverage.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Normalized Priority Scoring (0-100):</a:t>
            </a:r>
            <a:br/>
            <a:r>
              <a:t>Severity (40%) + Reach (30%) + Repro (20%) + Confidence (10%).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Actionable Classification: Categorizes failures into P0 Hotfix Blockers, P1 Sprint Priorities, and P2 Polish items.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Neo4j Graph Explorer: Cross-Run Pattern Matching</a:t>
            </a:r>
          </a:p>
        </p:txBody>
      </p:sp>
      <p:pic>
        <p:nvPicPr>
          <p:cNvPr id="4" name="Picture 3" descr="graph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132320" cy="45850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228600" rtlCol="0" anchor="ctr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Graph Traversal Value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Multi-Hop Schema: Connects Application -&gt; AppFeature &lt;- Failure &lt;- TestRun -&gt; Condition -&gt; UserSegment.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Systemic Root-Cause Discovery: Uncovers how disparate failures (e.g. OOM in Catalog &amp; ANR on Startup) share identical stress nodes (2GB RAM).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Interactive Vis-Network UI: Real-time visual graph canvas with drag, zoom, and neighborhood exploration.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AuraDB Live / Fallback Store: Seamless Cypher execution with disconnected local storage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CHEAPPHONE LAB | HACKFRONT INDIA 2026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Technical Stack &amp; Strict Architectural Adherence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Frontend Layer  —  HTML5, CSS3, Vanilla JS, Bootstrap 5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Clean light developer dashboard, responsive layouts, zero heavy node frameworks, Chart.js for charts, Vis-network for graph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Backend &amp; Core  —  Python 3.11, Flask, python-dotenv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Modular architecture: core/test_runner.py, impact_analyzer.py, demo_scenarios.py, failure_detector.py with full REST API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Graph Database  —  Neo4j AuraDB &amp; Official Python Driver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Real parameterized Cypher MERGE queries, schema constraints, subgraph extraction, and graceful disconnected demo store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Diagnostics &amp; Testing  —  ADB Subprocess, Logcat, pytest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Safe argument-list ADB runner (no shell injection), Logcat regex parsing for fatal crashes &amp; ANRs, 5 automated pytest suites passing.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CheapPhone Lab: Test Beyond the Flagship</a:t>
            </a:r>
          </a:p>
          <a:p>
            <a:pPr>
              <a:spcBef>
                <a:spcPts val="1000"/>
              </a:spcBef>
              <a:defRPr sz="1800" b="1">
                <a:solidFill>
                  <a:srgbClr val="0284C7"/>
                </a:solidFill>
              </a:defRPr>
            </a:pPr>
            <a:r>
              <a:t>Empowering engineering teams to build software that thrives across India's next 500 million mobile users.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✔  Discovers hidden failure modes before they reach play store reviews and cause user churn.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✔  Provides reproducible, step-by-step engineering hotfix recipes with Logcat stack traces.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✔  Demonstrates real Neo4j graph traversal value in debugging complex mobile system constraints.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✔  Works out of the box with zero configuration for hackathon evaluations and developer CI/CD.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1123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shreyansh baranwal</cp:lastModifiedBy>
  <cp:revision>1</cp:revision>
  <dcterms:created xsi:type="dcterms:W3CDTF">2013-01-27T09:14:16Z</dcterms:created>
  <dcterms:modified xsi:type="dcterms:W3CDTF">2026-10-19T08:56:09Z</dcterms:modified>
  <cp:category/>
</cp:coreProperties>
</file>